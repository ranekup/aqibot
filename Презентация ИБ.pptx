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7" r:id="rId4"/>
    <p:sldId id="260" r:id="rId5"/>
    <p:sldId id="261" r:id="rId6"/>
    <p:sldId id="266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83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9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C825F-AAE9-4388-9E5D-44CD2DF9F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2956"/>
            <a:ext cx="8976732" cy="1518767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039D7D-9754-4A0F-BC09-70DF84ADD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97438"/>
            <a:ext cx="5339786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2072C2-AEB8-4A11-B5E6-0A004206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06507C-1F74-4516-9A16-92B8D09C6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E10741-3173-4BCE-816D-9218FC4FD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99794AB-AB59-4675-870A-95D7F6AE3DF6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13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5440B-8AB2-4AFF-9551-4526C992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88" y="351263"/>
            <a:ext cx="9562723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413119-03FA-4BDA-8647-1B3E342BD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88" y="1815442"/>
            <a:ext cx="9562722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71B780-90DA-4BCC-A4A2-AB6AF543F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43545A-1E5D-41C3-B379-CA2672D19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D1D5A8-BA87-48AB-B725-AB9CF5ED8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47E1F17-2AD0-48DF-833D-A5B3633EF3BD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015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5E446-0703-48EF-BB6F-F2B4732E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33ABA3-7BCE-4665-87C5-EB7317E3A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FCD47D-A0D4-40BE-AD70-DB41CC99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239AD0-9E7A-4AE1-BD65-633479276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06752B-73D0-430E-9448-9D402F44C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68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CBE43-BAFD-401E-8208-234129E27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80FD30-F06A-44AF-8F46-0ABEFD004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B8EA19-8DB8-4B1D-89DE-6179D8A01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D0C65B-6E26-4184-B12A-CAE6A7341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FD0FD4-B13F-4B99-95B5-93821142D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E94E15-549A-45D9-BD1E-1EAFAF0E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23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DA53B-D74A-401A-A1AF-3DCC549D0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21958B-EE5C-4CEF-AD82-C04B379D0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A4CD889-0FC4-4D82-9155-15CEE29B2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7917133-E168-41AD-BDDF-59945BB98F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C95F17-366E-41B9-B578-FBAE69C96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1C936FD-B8B7-4F01-A815-ACBCFC2EE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2BEF883-1D1E-4D40-AD93-0EA9B8476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9D5491-75DC-486C-92B0-758831EE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754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E33FD8-5444-43C7-A061-8CDF2B97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4AC91DB-E5E8-4480-A65C-A9414BC23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385D0D1-E2C3-42DA-9315-679D16DC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93AED9-2CDB-4046-9953-CC3A3AFE8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14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0A6D651-7F5B-43B3-BE8F-C25753001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394567F-BA76-47AF-86F8-274F2412C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2C0EFF-9992-428A-B187-ACBC7443D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949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6F907-77D3-45DC-802B-06D07F80D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C46CDC-3712-4AE3-A3C7-5648358FD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5CAAE3-9B08-420C-BC1C-9EB2684BF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0B9994-4162-41A4-ADE5-4B15D4680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1AC549-A89C-442D-B361-6DFA6B11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219D27-016F-4F11-A71E-DE547D92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264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4E543-3629-498A-929A-523DCCEC1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8A69894-0214-490A-9BE4-F3D02CE9B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56A7EC-2315-4BAF-A6B4-F677B074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845ACA-2435-4467-8276-5A53EAFF7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499485-1E98-469A-B1AF-A62CD107D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E8AA6A-DDB9-4135-9A43-613FF0BE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99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721B87-45E8-4637-81F2-629EA8EAD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ABDCCE-2E1C-4289-B99C-E14C2D0E5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D43478-9103-42B3-8D35-E230F5ADB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6C88E2-1ED8-42D4-87A4-0D452D9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E3A690-63FE-4DAB-8693-9DCBB607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82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84312C3-05C0-41CE-B973-2B7516AC23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1C9251F-BE0A-482A-A476-4BC35D9D2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B548D7-6A91-4AB7-AF3C-593AEE497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A06FFA-E3E1-4075-96AB-4A3FF54AE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FFC261-351E-45A2-A881-72F4FE8B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91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7C4F43-30CD-4196-9266-8C0504B14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E96781-784A-4901-B46E-ADFAEBC1D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CE129B-7DDC-4CD3-96E6-FEF5FB3D8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F647F3-8D51-4CE5-8221-CE0FD1525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4B2CA1-25FB-4F56-87DB-0580A981E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hlinkClick r:id="rId13"/>
            <a:extLst>
              <a:ext uri="{FF2B5EF4-FFF2-40B4-BE49-F238E27FC236}">
                <a16:creationId xmlns:a16="http://schemas.microsoft.com/office/drawing/2014/main" id="{63EDA966-953B-4EDE-AB6D-20376AC3C0C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E6D3EB9-8343-40EF-AF3F-E5CDE49D727D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051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A28DC-B585-45FE-BA8A-63A2801E9C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Air Project</a:t>
            </a:r>
            <a:endParaRPr lang="ru-RU" sz="4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EB8C2F6-31E4-4A33-BC3B-1511CC9C65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Ваш персональный щит от загрязнения воздуха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A554E-1487-7DBF-5E97-D950EC6D6F12}"/>
              </a:ext>
            </a:extLst>
          </p:cNvPr>
          <p:cNvSpPr txBox="1"/>
          <p:nvPr/>
        </p:nvSpPr>
        <p:spPr>
          <a:xfrm>
            <a:off x="10821880" y="8878"/>
            <a:ext cx="1500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Зайцев Егор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ии-72</a:t>
            </a:r>
          </a:p>
        </p:txBody>
      </p:sp>
    </p:spTree>
    <p:extLst>
      <p:ext uri="{BB962C8B-B14F-4D97-AF65-F5344CB8AC3E}">
        <p14:creationId xmlns:p14="http://schemas.microsoft.com/office/powerpoint/2010/main" val="58910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60471-CF37-41A6-A525-02DD85A5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Проблема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720475-F851-41C1-BF95-88BDC044B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Компрометация аккаунтов: Риск кражи паролей при хранении в открытом виде. </a:t>
            </a:r>
            <a:endParaRPr lang="en-US" dirty="0"/>
          </a:p>
          <a:p>
            <a:r>
              <a:rPr lang="ru-RU" dirty="0"/>
              <a:t>Инъекции и вредоносный ввод: Попытки взлома через поля ввода логина/пароля. </a:t>
            </a:r>
          </a:p>
          <a:p>
            <a:r>
              <a:rPr lang="ru-RU" dirty="0"/>
              <a:t>Спуфинг данных: Риск подмены экологических показателей злоумышленниками для создания ложной паники или сокрытия загрязнений.</a:t>
            </a:r>
          </a:p>
        </p:txBody>
      </p:sp>
    </p:spTree>
    <p:extLst>
      <p:ext uri="{BB962C8B-B14F-4D97-AF65-F5344CB8AC3E}">
        <p14:creationId xmlns:p14="http://schemas.microsoft.com/office/powerpoint/2010/main" val="148988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65E4E-3B17-90FA-EB92-A2CC9140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17172-21E7-9E17-D8BD-09AA6C9A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Решение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3C3D76-4640-ADDD-43A4-FB7DB1756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Криптографическая защита: Использование современных алгоритмов хеширования для аутентификации. </a:t>
            </a:r>
          </a:p>
          <a:p>
            <a:r>
              <a:rPr lang="ru-RU" dirty="0"/>
              <a:t>Безопасный цикл ИИ: Строгий контроль процесса загрузки весов нейронной сети. </a:t>
            </a:r>
          </a:p>
          <a:p>
            <a:r>
              <a:rPr lang="ru-RU" dirty="0"/>
              <a:t>Валидация на входе: Фильтрация любого пользовательского контента.</a:t>
            </a:r>
          </a:p>
        </p:txBody>
      </p:sp>
    </p:spTree>
    <p:extLst>
      <p:ext uri="{BB962C8B-B14F-4D97-AF65-F5344CB8AC3E}">
        <p14:creationId xmlns:p14="http://schemas.microsoft.com/office/powerpoint/2010/main" val="216319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60471-CF37-41A6-A525-02DD85A5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Аутентификация и Хеширование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FEAD24-176B-3B35-6E52-8E9D25D04538}"/>
              </a:ext>
            </a:extLst>
          </p:cNvPr>
          <p:cNvSpPr txBox="1"/>
          <p:nvPr/>
        </p:nvSpPr>
        <p:spPr>
          <a:xfrm>
            <a:off x="149988" y="1774208"/>
            <a:ext cx="79293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ru-RU" dirty="0"/>
            </a:br>
            <a:r>
              <a:rPr lang="ru-RU" sz="2800" dirty="0"/>
              <a:t>• Алгоритм: Применен PBKDF2-HMAC-SHA256. </a:t>
            </a:r>
          </a:p>
          <a:p>
            <a:r>
              <a:rPr lang="ru-RU" sz="2800" dirty="0"/>
              <a:t>• Механизм «Соли»: Для каждого пароля генерируется уникальная 16-байтная соль, предотвращающая взлом по словарям и радужным таблицам. </a:t>
            </a:r>
          </a:p>
          <a:p>
            <a:r>
              <a:rPr lang="ru-RU" sz="2800" dirty="0"/>
              <a:t>• Итерации: 100,000 циклов хеширования делают </a:t>
            </a:r>
            <a:r>
              <a:rPr lang="ru-RU" sz="2800" dirty="0" err="1"/>
              <a:t>брутфорс</a:t>
            </a:r>
            <a:r>
              <a:rPr lang="ru-RU" sz="2800" dirty="0"/>
              <a:t>  ресурсозатратным и неэффективным. </a:t>
            </a:r>
          </a:p>
          <a:p>
            <a:r>
              <a:rPr lang="ru-RU" sz="2800" dirty="0"/>
              <a:t>• Результат: В базе данных </a:t>
            </a:r>
            <a:r>
              <a:rPr lang="ru-RU" sz="2800" dirty="0" err="1"/>
              <a:t>Firebase</a:t>
            </a:r>
            <a:r>
              <a:rPr lang="ru-RU" sz="2800" dirty="0"/>
              <a:t> никогда не хранятся пароли в чистом виде.</a:t>
            </a:r>
          </a:p>
        </p:txBody>
      </p:sp>
    </p:spTree>
    <p:extLst>
      <p:ext uri="{BB962C8B-B14F-4D97-AF65-F5344CB8AC3E}">
        <p14:creationId xmlns:p14="http://schemas.microsoft.com/office/powerpoint/2010/main" val="411127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60471-CF37-41A6-A525-02DD85A55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377" y="345325"/>
            <a:ext cx="10515600" cy="1325563"/>
          </a:xfrm>
        </p:spPr>
        <p:txBody>
          <a:bodyPr/>
          <a:lstStyle/>
          <a:p>
            <a:r>
              <a:rPr lang="ru-RU" dirty="0"/>
              <a:t>Противодействие атакам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46E41-66AC-75B5-9B37-5DAC83F97170}"/>
              </a:ext>
            </a:extLst>
          </p:cNvPr>
          <p:cNvSpPr txBox="1"/>
          <p:nvPr/>
        </p:nvSpPr>
        <p:spPr>
          <a:xfrm>
            <a:off x="436728" y="1670888"/>
            <a:ext cx="91712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• </a:t>
            </a:r>
            <a:r>
              <a:rPr lang="ru-RU" sz="2800" dirty="0" err="1"/>
              <a:t>Session</a:t>
            </a:r>
            <a:r>
              <a:rPr lang="ru-RU" sz="2800" dirty="0"/>
              <a:t> Management: Автоматическая очистка сессионных файлов при выходе из аккаунта.</a:t>
            </a:r>
          </a:p>
          <a:p>
            <a:r>
              <a:rPr lang="ru-RU" sz="2800" dirty="0"/>
              <a:t> • Безопасный транспорт: Взаимодействие с </a:t>
            </a:r>
            <a:r>
              <a:rPr lang="ru-RU" sz="2800" dirty="0" err="1"/>
              <a:t>Firebase</a:t>
            </a:r>
            <a:r>
              <a:rPr lang="ru-RU" sz="2800" dirty="0"/>
              <a:t> осуществляется по защищенному протоколу HTTPS.</a:t>
            </a:r>
          </a:p>
        </p:txBody>
      </p:sp>
    </p:spTree>
    <p:extLst>
      <p:ext uri="{BB962C8B-B14F-4D97-AF65-F5344CB8AC3E}">
        <p14:creationId xmlns:p14="http://schemas.microsoft.com/office/powerpoint/2010/main" val="1623620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D338E78D-9B63-4EB6-8A2B-E1CC8DD00C51}"/>
              </a:ext>
            </a:extLst>
          </p:cNvPr>
          <p:cNvSpPr txBox="1">
            <a:spLocks/>
          </p:cNvSpPr>
          <p:nvPr/>
        </p:nvSpPr>
        <p:spPr>
          <a:xfrm>
            <a:off x="3334871" y="1411670"/>
            <a:ext cx="5522258" cy="1150267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400" b="1" dirty="0">
                <a:solidFill>
                  <a:schemeClr val="accent1"/>
                </a:solidFill>
              </a:rPr>
              <a:t>Спасибо за внимание</a:t>
            </a:r>
          </a:p>
        </p:txBody>
      </p:sp>
      <p:sp>
        <p:nvSpPr>
          <p:cNvPr id="8" name="Текст 11">
            <a:extLst>
              <a:ext uri="{FF2B5EF4-FFF2-40B4-BE49-F238E27FC236}">
                <a16:creationId xmlns:a16="http://schemas.microsoft.com/office/drawing/2014/main" id="{DD74839E-6A64-467A-BA2F-9EF5F2388467}"/>
              </a:ext>
            </a:extLst>
          </p:cNvPr>
          <p:cNvSpPr txBox="1">
            <a:spLocks/>
          </p:cNvSpPr>
          <p:nvPr/>
        </p:nvSpPr>
        <p:spPr>
          <a:xfrm>
            <a:off x="2608499" y="2885011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488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177</Words>
  <Application>Microsoft Office PowerPoint</Application>
  <PresentationFormat>Широкоэкранный</PresentationFormat>
  <Paragraphs>20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Air Project</vt:lpstr>
      <vt:lpstr>Проблема</vt:lpstr>
      <vt:lpstr>Решение</vt:lpstr>
      <vt:lpstr>Аутентификация и Хеширование</vt:lpstr>
      <vt:lpstr>Противодействие атакам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Завод и голубое небо - шаблон презентации с сайта presentation-creation.ru</dc:title>
  <dc:creator>User Obstinate</dc:creator>
  <cp:lastModifiedBy>B-Zone</cp:lastModifiedBy>
  <cp:revision>7</cp:revision>
  <dcterms:created xsi:type="dcterms:W3CDTF">2025-03-13T19:04:47Z</dcterms:created>
  <dcterms:modified xsi:type="dcterms:W3CDTF">2026-05-02T04:50:43Z</dcterms:modified>
</cp:coreProperties>
</file>